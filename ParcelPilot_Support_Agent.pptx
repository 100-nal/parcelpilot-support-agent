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ParcelPilot Support Agent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customer-facing AI support chatbot — CalQuity AI Engineer Assessment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486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parcelpilot-support.streamlit.app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github.com/100-nal/parcelpilot-support-agent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agent, three tools, two data sources</a:t>
            </a:r>
            <a:endParaRPr lang="en-US" sz="2800" dirty="0"/>
          </a:p>
        </p:txBody>
      </p:sp>
      <p:pic>
        <p:nvPicPr>
          <p:cNvPr id="4" name="Image 0" descr="/home/claude/pptx_build/architecture_diagram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6057" y="1600200"/>
            <a:ext cx="4716838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tool families, six actions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E882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retrieval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doc_search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retrieval over policies, SOPs, product docs, and customer contracts. Filtered by account before ranking.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10312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E8823C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17720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get_structured_data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10896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Lookups and account-scoped aggregates over accounts, orders, and tickets. Strips internal-only fields for customers.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10312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E8823C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State-changing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12480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perform_action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10896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cancel_order · issue_service_credit · create_followup_task · create_escalation · update_ticket · create_ticket — always gated behind explicit confirmation.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control — two independent layers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645920"/>
          </a:xfrm>
          <a:prstGeom prst="roundRect">
            <a:avLst>
              <a:gd name="adj" fmla="val 5556"/>
            </a:avLst>
          </a:prstGeom>
          <a:solidFill>
            <a:srgbClr val="15223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Tool layer (primary)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scopes its own SQL by the caller's account_id. A customer-mode call cannot pass through a mismatched entity_id to reach another account's data — the code rejects it, rather than trusting the model to self-restrict.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1064240" cy="1645920"/>
          </a:xfrm>
          <a:prstGeom prst="roundRect">
            <a:avLst>
              <a:gd name="adj" fmla="val 5556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160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Database layer (Postgres RLS)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policies on every table, keyed off session variables set on each connection — defense in depth, so even a query issued outside the app is scoped. Required creating a restricted DB role, since Neon's default owner role bypasses RLS entirely.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scenarios that stress-test the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384048" cy="384048"/>
          </a:xfrm>
          <a:prstGeom prst="ellipse">
            <a:avLst/>
          </a:prstGeom>
          <a:solidFill>
            <a:srgbClr val="E882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0299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override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Northstar's signed agreement correctly waives a cancellation fee the default policy would otherwise charge.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57400"/>
            <a:ext cx="384048" cy="384048"/>
          </a:xfrm>
          <a:prstGeom prst="ellipse">
            <a:avLst/>
          </a:prstGeom>
          <a:solidFill>
            <a:srgbClr val="E8823C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20299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about another customer's account gets a flat refusal — no confirmation, no leaked details.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E8823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41330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issue detection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7091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catches a historical ticket that wrongly blamed a plan limit, and names the real known issue instead.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160520"/>
            <a:ext cx="384048" cy="384048"/>
          </a:xfrm>
          <a:prstGeom prst="ellipse">
            <a:avLst/>
          </a:prstGeom>
          <a:solidFill>
            <a:srgbClr val="E8823C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41330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Confirm, then act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7091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escalation is proposed, confirmed by the customer, then genuinely written to the database.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technical trade-offs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agent, not a crew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89120" y="1874520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is fundamentally linear per request — simpler to reason about and debug.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1064240" cy="13716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44952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Tool-layer + RLS access 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3044952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layers, so a model mistake alone can't leak cross-account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050792"/>
            <a:ext cx="11064240" cy="13716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215384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cited by type, not filename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4215384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after testing showed raw internal filenames leaking into customer-facing answers.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221224"/>
            <a:ext cx="11064240" cy="13716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385816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is prompt-enforced, not tokenized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5385816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known, acknowledged gap — production would need a server-side confirmation token.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6391656"/>
            <a:ext cx="11064240" cy="13716"/>
          </a:xfrm>
          <a:prstGeom prst="rect">
            <a:avLst/>
          </a:prstGeom>
          <a:solidFill>
            <a:srgbClr val="D8DCE3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Bugs found by actually using the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in this build came from a bug I found by running the deployed app myself and checking the answer against the real documents and database — not from reading the code.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24912"/>
            <a:ext cx="109728" cy="109728"/>
          </a:xfrm>
          <a:prstGeom prst="ellipse">
            <a:avLst/>
          </a:prstGeom>
          <a:solidFill>
            <a:srgbClr val="E882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fabricated another customer's account mapping and leaked a contact name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346704"/>
            <a:ext cx="109728" cy="109728"/>
          </a:xfrm>
          <a:prstGeom prst="ellipse">
            <a:avLst/>
          </a:prstGeom>
          <a:solidFill>
            <a:srgbClr val="E8823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7355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claimed an action succeeded when the tool had actually returned an error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968496"/>
            <a:ext cx="109728" cy="109728"/>
          </a:xfrm>
          <a:prstGeom prst="ellipse">
            <a:avLst/>
          </a:prstGeom>
          <a:solidFill>
            <a:srgbClr val="E8823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89534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answered a plan-gated question without checking the caller's actual plan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590288"/>
            <a:ext cx="109728" cy="109728"/>
          </a:xfrm>
          <a:prstGeom prst="ellipse">
            <a:avLst/>
          </a:prstGeom>
          <a:solidFill>
            <a:srgbClr val="E8823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51713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known-issue bug's threshold was treated as a permanent plan limit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109728" cy="109728"/>
          </a:xfrm>
          <a:prstGeom prst="ellipse">
            <a:avLst/>
          </a:prstGeom>
          <a:solidFill>
            <a:srgbClr val="E8823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1389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open a brand-new ticket caused an infinite confirmation loop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 targeted the underlying reasoning rule, not the literal test question — so it should generalize.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I'd build next, in priority order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9019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SLA-breach escalation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2677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automatically on breach, not only when a customer asks.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9535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confirmation tokens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3192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current model-supplied confirmed=true trust gap.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0050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PR-review workflow for account changes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3708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drafts, a human approves, an audit trail comes free.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— including privacy/DPA document handling, an internal UI, and an automated test suite — is in product-note.md.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parcelpilot-support.streamlit.app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github.com/100-nal/parcelpilot-support-agent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architecture-note.md · product-note.md · ai-tools-note.md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2026-08-23T13:48:42Z</dcterms:created>
  <dcterms:modified xsi:type="dcterms:W3CDTF">2026-08-23T13:48:42Z</dcterms:modified>
</cp:coreProperties>
</file>